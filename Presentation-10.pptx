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  <p:sldId id="276" r:id="rId21"/>
    <p:sldId id="272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2217DC-2E72-4E49-B414-5E1923D7548E}" v="22" dt="2026-08-21T16:34:33.4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301" y="31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had Kamal" userId="5eefe304cd9b614b" providerId="LiveId" clId="{B9843C22-E37F-40B0-9FD8-F9707C2A976A}"/>
    <pc:docChg chg="undo custSel addSld modSld sldOrd">
      <pc:chgData name="Fahad Kamal" userId="5eefe304cd9b614b" providerId="LiveId" clId="{B9843C22-E37F-40B0-9FD8-F9707C2A976A}" dt="2026-08-21T16:44:22.438" v="118"/>
      <pc:docMkLst>
        <pc:docMk/>
      </pc:docMkLst>
      <pc:sldChg chg="modSp mod">
        <pc:chgData name="Fahad Kamal" userId="5eefe304cd9b614b" providerId="LiveId" clId="{B9843C22-E37F-40B0-9FD8-F9707C2A976A}" dt="2026-08-21T12:25:44.096" v="38" actId="1035"/>
        <pc:sldMkLst>
          <pc:docMk/>
          <pc:sldMk cId="0" sldId="256"/>
        </pc:sldMkLst>
        <pc:picChg chg="mod">
          <ac:chgData name="Fahad Kamal" userId="5eefe304cd9b614b" providerId="LiveId" clId="{B9843C22-E37F-40B0-9FD8-F9707C2A976A}" dt="2026-08-21T12:25:44.096" v="38" actId="1035"/>
          <ac:picMkLst>
            <pc:docMk/>
            <pc:sldMk cId="0" sldId="256"/>
            <ac:picMk id="2" creationId="{00000000-0000-0000-0000-000000000000}"/>
          </ac:picMkLst>
        </pc:picChg>
      </pc:sldChg>
      <pc:sldChg chg="modSp mod ord">
        <pc:chgData name="Fahad Kamal" userId="5eefe304cd9b614b" providerId="LiveId" clId="{B9843C22-E37F-40B0-9FD8-F9707C2A976A}" dt="2026-08-21T16:44:22.438" v="118"/>
        <pc:sldMkLst>
          <pc:docMk/>
          <pc:sldMk cId="0" sldId="257"/>
        </pc:sldMkLst>
        <pc:picChg chg="mod">
          <ac:chgData name="Fahad Kamal" userId="5eefe304cd9b614b" providerId="LiveId" clId="{B9843C22-E37F-40B0-9FD8-F9707C2A976A}" dt="2026-08-21T12:25:37.308" v="36" actId="1035"/>
          <ac:picMkLst>
            <pc:docMk/>
            <pc:sldMk cId="0" sldId="257"/>
            <ac:picMk id="2" creationId="{00000000-0000-0000-0000-000000000000}"/>
          </ac:picMkLst>
        </pc:picChg>
      </pc:sldChg>
      <pc:sldChg chg="modSp mod">
        <pc:chgData name="Fahad Kamal" userId="5eefe304cd9b614b" providerId="LiveId" clId="{B9843C22-E37F-40B0-9FD8-F9707C2A976A}" dt="2026-08-21T16:34:40.918" v="116" actId="1035"/>
        <pc:sldMkLst>
          <pc:docMk/>
          <pc:sldMk cId="0" sldId="258"/>
        </pc:sldMkLst>
        <pc:picChg chg="mod">
          <ac:chgData name="Fahad Kamal" userId="5eefe304cd9b614b" providerId="LiveId" clId="{B9843C22-E37F-40B0-9FD8-F9707C2A976A}" dt="2026-08-21T16:34:40.918" v="116" actId="1035"/>
          <ac:picMkLst>
            <pc:docMk/>
            <pc:sldMk cId="0" sldId="258"/>
            <ac:picMk id="2" creationId="{00000000-0000-0000-0000-000000000000}"/>
          </ac:picMkLst>
        </pc:picChg>
      </pc:sldChg>
      <pc:sldChg chg="modSp mod">
        <pc:chgData name="Fahad Kamal" userId="5eefe304cd9b614b" providerId="LiveId" clId="{B9843C22-E37F-40B0-9FD8-F9707C2A976A}" dt="2026-08-21T12:25:28.718" v="34" actId="14100"/>
        <pc:sldMkLst>
          <pc:docMk/>
          <pc:sldMk cId="0" sldId="259"/>
        </pc:sldMkLst>
        <pc:picChg chg="mod">
          <ac:chgData name="Fahad Kamal" userId="5eefe304cd9b614b" providerId="LiveId" clId="{B9843C22-E37F-40B0-9FD8-F9707C2A976A}" dt="2026-08-21T12:25:28.718" v="34" actId="14100"/>
          <ac:picMkLst>
            <pc:docMk/>
            <pc:sldMk cId="0" sldId="259"/>
            <ac:picMk id="2" creationId="{00000000-0000-0000-0000-000000000000}"/>
          </ac:picMkLst>
        </pc:picChg>
      </pc:sldChg>
      <pc:sldChg chg="modSp mod">
        <pc:chgData name="Fahad Kamal" userId="5eefe304cd9b614b" providerId="LiveId" clId="{B9843C22-E37F-40B0-9FD8-F9707C2A976A}" dt="2026-08-21T12:25:15.095" v="32" actId="14100"/>
        <pc:sldMkLst>
          <pc:docMk/>
          <pc:sldMk cId="0" sldId="260"/>
        </pc:sldMkLst>
        <pc:picChg chg="mod">
          <ac:chgData name="Fahad Kamal" userId="5eefe304cd9b614b" providerId="LiveId" clId="{B9843C22-E37F-40B0-9FD8-F9707C2A976A}" dt="2026-08-21T12:25:15.095" v="32" actId="14100"/>
          <ac:picMkLst>
            <pc:docMk/>
            <pc:sldMk cId="0" sldId="260"/>
            <ac:picMk id="2" creationId="{00000000-0000-0000-0000-000000000000}"/>
          </ac:picMkLst>
        </pc:picChg>
      </pc:sldChg>
      <pc:sldChg chg="modSp mod">
        <pc:chgData name="Fahad Kamal" userId="5eefe304cd9b614b" providerId="LiveId" clId="{B9843C22-E37F-40B0-9FD8-F9707C2A976A}" dt="2026-08-21T12:24:53.517" v="29" actId="14100"/>
        <pc:sldMkLst>
          <pc:docMk/>
          <pc:sldMk cId="0" sldId="261"/>
        </pc:sldMkLst>
        <pc:picChg chg="mod">
          <ac:chgData name="Fahad Kamal" userId="5eefe304cd9b614b" providerId="LiveId" clId="{B9843C22-E37F-40B0-9FD8-F9707C2A976A}" dt="2026-08-21T12:24:53.517" v="29" actId="14100"/>
          <ac:picMkLst>
            <pc:docMk/>
            <pc:sldMk cId="0" sldId="261"/>
            <ac:picMk id="2" creationId="{00000000-0000-0000-0000-000000000000}"/>
          </ac:picMkLst>
        </pc:picChg>
      </pc:sldChg>
      <pc:sldChg chg="modSp">
        <pc:chgData name="Fahad Kamal" userId="5eefe304cd9b614b" providerId="LiveId" clId="{B9843C22-E37F-40B0-9FD8-F9707C2A976A}" dt="2026-08-21T12:08:23.928" v="8" actId="14826"/>
        <pc:sldMkLst>
          <pc:docMk/>
          <pc:sldMk cId="0" sldId="262"/>
        </pc:sldMkLst>
        <pc:picChg chg="mod">
          <ac:chgData name="Fahad Kamal" userId="5eefe304cd9b614b" providerId="LiveId" clId="{B9843C22-E37F-40B0-9FD8-F9707C2A976A}" dt="2026-08-21T12:08:23.928" v="8" actId="14826"/>
          <ac:picMkLst>
            <pc:docMk/>
            <pc:sldMk cId="0" sldId="262"/>
            <ac:picMk id="2" creationId="{00000000-0000-0000-0000-000000000000}"/>
          </ac:picMkLst>
        </pc:picChg>
      </pc:sldChg>
      <pc:sldChg chg="modSp mod">
        <pc:chgData name="Fahad Kamal" userId="5eefe304cd9b614b" providerId="LiveId" clId="{B9843C22-E37F-40B0-9FD8-F9707C2A976A}" dt="2026-08-21T12:24:32.242" v="26" actId="1035"/>
        <pc:sldMkLst>
          <pc:docMk/>
          <pc:sldMk cId="0" sldId="263"/>
        </pc:sldMkLst>
        <pc:picChg chg="mod">
          <ac:chgData name="Fahad Kamal" userId="5eefe304cd9b614b" providerId="LiveId" clId="{B9843C22-E37F-40B0-9FD8-F9707C2A976A}" dt="2026-08-21T12:24:32.242" v="26" actId="1035"/>
          <ac:picMkLst>
            <pc:docMk/>
            <pc:sldMk cId="0" sldId="263"/>
            <ac:picMk id="2" creationId="{00000000-0000-0000-0000-000000000000}"/>
          </ac:picMkLst>
        </pc:picChg>
      </pc:sldChg>
      <pc:sldChg chg="modSp mod">
        <pc:chgData name="Fahad Kamal" userId="5eefe304cd9b614b" providerId="LiveId" clId="{B9843C22-E37F-40B0-9FD8-F9707C2A976A}" dt="2026-08-21T12:24:28.343" v="24" actId="1037"/>
        <pc:sldMkLst>
          <pc:docMk/>
          <pc:sldMk cId="0" sldId="264"/>
        </pc:sldMkLst>
        <pc:picChg chg="mod">
          <ac:chgData name="Fahad Kamal" userId="5eefe304cd9b614b" providerId="LiveId" clId="{B9843C22-E37F-40B0-9FD8-F9707C2A976A}" dt="2026-08-21T12:24:28.343" v="24" actId="1037"/>
          <ac:picMkLst>
            <pc:docMk/>
            <pc:sldMk cId="0" sldId="264"/>
            <ac:picMk id="2" creationId="{00000000-0000-0000-0000-000000000000}"/>
          </ac:picMkLst>
        </pc:picChg>
      </pc:sldChg>
      <pc:sldChg chg="modSp">
        <pc:chgData name="Fahad Kamal" userId="5eefe304cd9b614b" providerId="LiveId" clId="{B9843C22-E37F-40B0-9FD8-F9707C2A976A}" dt="2026-08-21T12:17:03.451" v="14" actId="14826"/>
        <pc:sldMkLst>
          <pc:docMk/>
          <pc:sldMk cId="0" sldId="265"/>
        </pc:sldMkLst>
        <pc:picChg chg="mod">
          <ac:chgData name="Fahad Kamal" userId="5eefe304cd9b614b" providerId="LiveId" clId="{B9843C22-E37F-40B0-9FD8-F9707C2A976A}" dt="2026-08-21T12:17:03.451" v="14" actId="14826"/>
          <ac:picMkLst>
            <pc:docMk/>
            <pc:sldMk cId="0" sldId="265"/>
            <ac:picMk id="2" creationId="{00000000-0000-0000-0000-000000000000}"/>
          </ac:picMkLst>
        </pc:picChg>
      </pc:sldChg>
      <pc:sldChg chg="modSp mod">
        <pc:chgData name="Fahad Kamal" userId="5eefe304cd9b614b" providerId="LiveId" clId="{B9843C22-E37F-40B0-9FD8-F9707C2A976A}" dt="2026-08-21T12:24:21.783" v="23" actId="1035"/>
        <pc:sldMkLst>
          <pc:docMk/>
          <pc:sldMk cId="0" sldId="266"/>
        </pc:sldMkLst>
        <pc:picChg chg="mod">
          <ac:chgData name="Fahad Kamal" userId="5eefe304cd9b614b" providerId="LiveId" clId="{B9843C22-E37F-40B0-9FD8-F9707C2A976A}" dt="2026-08-21T12:24:21.783" v="23" actId="1035"/>
          <ac:picMkLst>
            <pc:docMk/>
            <pc:sldMk cId="0" sldId="266"/>
            <ac:picMk id="2" creationId="{00000000-0000-0000-0000-000000000000}"/>
          </ac:picMkLst>
        </pc:picChg>
      </pc:sldChg>
      <pc:sldChg chg="modSp">
        <pc:chgData name="Fahad Kamal" userId="5eefe304cd9b614b" providerId="LiveId" clId="{B9843C22-E37F-40B0-9FD8-F9707C2A976A}" dt="2026-08-21T12:21:40.898" v="16" actId="14826"/>
        <pc:sldMkLst>
          <pc:docMk/>
          <pc:sldMk cId="0" sldId="267"/>
        </pc:sldMkLst>
        <pc:picChg chg="mod">
          <ac:chgData name="Fahad Kamal" userId="5eefe304cd9b614b" providerId="LiveId" clId="{B9843C22-E37F-40B0-9FD8-F9707C2A976A}" dt="2026-08-21T12:21:40.898" v="16" actId="14826"/>
          <ac:picMkLst>
            <pc:docMk/>
            <pc:sldMk cId="0" sldId="267"/>
            <ac:picMk id="2" creationId="{00000000-0000-0000-0000-000000000000}"/>
          </ac:picMkLst>
        </pc:picChg>
      </pc:sldChg>
      <pc:sldChg chg="addSp delSp modSp mod">
        <pc:chgData name="Fahad Kamal" userId="5eefe304cd9b614b" providerId="LiveId" clId="{B9843C22-E37F-40B0-9FD8-F9707C2A976A}" dt="2026-08-21T12:24:10.624" v="22" actId="1035"/>
        <pc:sldMkLst>
          <pc:docMk/>
          <pc:sldMk cId="0" sldId="268"/>
        </pc:sldMkLst>
        <pc:graphicFrameChg chg="add del modGraphic">
          <ac:chgData name="Fahad Kamal" userId="5eefe304cd9b614b" providerId="LiveId" clId="{B9843C22-E37F-40B0-9FD8-F9707C2A976A}" dt="2026-08-21T12:24:06.299" v="21" actId="27309"/>
          <ac:graphicFrameMkLst>
            <pc:docMk/>
            <pc:sldMk cId="0" sldId="268"/>
            <ac:graphicFrameMk id="6" creationId="{FAF5B6E1-73F1-7F85-7235-040582877DAA}"/>
          </ac:graphicFrameMkLst>
        </pc:graphicFrameChg>
        <pc:picChg chg="mod">
          <ac:chgData name="Fahad Kamal" userId="5eefe304cd9b614b" providerId="LiveId" clId="{B9843C22-E37F-40B0-9FD8-F9707C2A976A}" dt="2026-08-21T12:24:10.624" v="22" actId="1035"/>
          <ac:picMkLst>
            <pc:docMk/>
            <pc:sldMk cId="0" sldId="268"/>
            <ac:picMk id="2" creationId="{00000000-0000-0000-0000-000000000000}"/>
          </ac:picMkLst>
        </pc:picChg>
      </pc:sldChg>
      <pc:sldChg chg="modSp">
        <pc:chgData name="Fahad Kamal" userId="5eefe304cd9b614b" providerId="LiveId" clId="{B9843C22-E37F-40B0-9FD8-F9707C2A976A}" dt="2026-08-21T12:28:53.192" v="39" actId="14826"/>
        <pc:sldMkLst>
          <pc:docMk/>
          <pc:sldMk cId="0" sldId="269"/>
        </pc:sldMkLst>
        <pc:picChg chg="mod">
          <ac:chgData name="Fahad Kamal" userId="5eefe304cd9b614b" providerId="LiveId" clId="{B9843C22-E37F-40B0-9FD8-F9707C2A976A}" dt="2026-08-21T12:28:53.192" v="39" actId="14826"/>
          <ac:picMkLst>
            <pc:docMk/>
            <pc:sldMk cId="0" sldId="269"/>
            <ac:picMk id="2" creationId="{00000000-0000-0000-0000-000000000000}"/>
          </ac:picMkLst>
        </pc:picChg>
      </pc:sldChg>
      <pc:sldChg chg="modSp">
        <pc:chgData name="Fahad Kamal" userId="5eefe304cd9b614b" providerId="LiveId" clId="{B9843C22-E37F-40B0-9FD8-F9707C2A976A}" dt="2026-08-21T12:30:46.969" v="40" actId="14826"/>
        <pc:sldMkLst>
          <pc:docMk/>
          <pc:sldMk cId="0" sldId="270"/>
        </pc:sldMkLst>
        <pc:picChg chg="mod">
          <ac:chgData name="Fahad Kamal" userId="5eefe304cd9b614b" providerId="LiveId" clId="{B9843C22-E37F-40B0-9FD8-F9707C2A976A}" dt="2026-08-21T12:30:46.969" v="40" actId="14826"/>
          <ac:picMkLst>
            <pc:docMk/>
            <pc:sldMk cId="0" sldId="270"/>
            <ac:picMk id="2" creationId="{00000000-0000-0000-0000-000000000000}"/>
          </ac:picMkLst>
        </pc:picChg>
      </pc:sldChg>
      <pc:sldChg chg="modSp mod">
        <pc:chgData name="Fahad Kamal" userId="5eefe304cd9b614b" providerId="LiveId" clId="{B9843C22-E37F-40B0-9FD8-F9707C2A976A}" dt="2026-08-21T12:33:34.560" v="50" actId="1037"/>
        <pc:sldMkLst>
          <pc:docMk/>
          <pc:sldMk cId="0" sldId="271"/>
        </pc:sldMkLst>
        <pc:picChg chg="mod">
          <ac:chgData name="Fahad Kamal" userId="5eefe304cd9b614b" providerId="LiveId" clId="{B9843C22-E37F-40B0-9FD8-F9707C2A976A}" dt="2026-08-21T12:33:34.560" v="50" actId="1037"/>
          <ac:picMkLst>
            <pc:docMk/>
            <pc:sldMk cId="0" sldId="271"/>
            <ac:picMk id="2" creationId="{00000000-0000-0000-0000-000000000000}"/>
          </ac:picMkLst>
        </pc:picChg>
      </pc:sldChg>
      <pc:sldChg chg="modSp mod">
        <pc:chgData name="Fahad Kamal" userId="5eefe304cd9b614b" providerId="LiveId" clId="{B9843C22-E37F-40B0-9FD8-F9707C2A976A}" dt="2026-08-21T12:47:50.534" v="57" actId="14100"/>
        <pc:sldMkLst>
          <pc:docMk/>
          <pc:sldMk cId="0" sldId="272"/>
        </pc:sldMkLst>
        <pc:picChg chg="mod">
          <ac:chgData name="Fahad Kamal" userId="5eefe304cd9b614b" providerId="LiveId" clId="{B9843C22-E37F-40B0-9FD8-F9707C2A976A}" dt="2026-08-21T12:47:50.534" v="57" actId="14100"/>
          <ac:picMkLst>
            <pc:docMk/>
            <pc:sldMk cId="0" sldId="272"/>
            <ac:picMk id="2" creationId="{00000000-0000-0000-0000-000000000000}"/>
          </ac:picMkLst>
        </pc:picChg>
      </pc:sldChg>
      <pc:sldChg chg="addSp modSp new mod">
        <pc:chgData name="Fahad Kamal" userId="5eefe304cd9b614b" providerId="LiveId" clId="{B9843C22-E37F-40B0-9FD8-F9707C2A976A}" dt="2026-08-21T16:23:13.863" v="114" actId="14100"/>
        <pc:sldMkLst>
          <pc:docMk/>
          <pc:sldMk cId="3139118653" sldId="273"/>
        </pc:sldMkLst>
        <pc:picChg chg="add mod">
          <ac:chgData name="Fahad Kamal" userId="5eefe304cd9b614b" providerId="LiveId" clId="{B9843C22-E37F-40B0-9FD8-F9707C2A976A}" dt="2026-08-21T16:23:13.863" v="114" actId="14100"/>
          <ac:picMkLst>
            <pc:docMk/>
            <pc:sldMk cId="3139118653" sldId="273"/>
            <ac:picMk id="3" creationId="{CA3C802F-02A5-126E-E9D6-A03BC5D1888D}"/>
          </ac:picMkLst>
        </pc:picChg>
      </pc:sldChg>
      <pc:sldChg chg="addSp modSp new mod">
        <pc:chgData name="Fahad Kamal" userId="5eefe304cd9b614b" providerId="LiveId" clId="{B9843C22-E37F-40B0-9FD8-F9707C2A976A}" dt="2026-08-21T16:07:32.109" v="107" actId="14100"/>
        <pc:sldMkLst>
          <pc:docMk/>
          <pc:sldMk cId="3261928330" sldId="274"/>
        </pc:sldMkLst>
        <pc:picChg chg="add mod">
          <ac:chgData name="Fahad Kamal" userId="5eefe304cd9b614b" providerId="LiveId" clId="{B9843C22-E37F-40B0-9FD8-F9707C2A976A}" dt="2026-08-21T16:07:32.109" v="107" actId="14100"/>
          <ac:picMkLst>
            <pc:docMk/>
            <pc:sldMk cId="3261928330" sldId="274"/>
            <ac:picMk id="3" creationId="{6CDA96B4-5C2B-A763-5369-3E25B41C674C}"/>
          </ac:picMkLst>
        </pc:picChg>
      </pc:sldChg>
      <pc:sldChg chg="addSp modSp new mod ord">
        <pc:chgData name="Fahad Kamal" userId="5eefe304cd9b614b" providerId="LiveId" clId="{B9843C22-E37F-40B0-9FD8-F9707C2A976A}" dt="2026-08-21T16:08:45.121" v="109"/>
        <pc:sldMkLst>
          <pc:docMk/>
          <pc:sldMk cId="3359452022" sldId="275"/>
        </pc:sldMkLst>
        <pc:picChg chg="add mod">
          <ac:chgData name="Fahad Kamal" userId="5eefe304cd9b614b" providerId="LiveId" clId="{B9843C22-E37F-40B0-9FD8-F9707C2A976A}" dt="2026-08-21T16:01:16.515" v="96" actId="14100"/>
          <ac:picMkLst>
            <pc:docMk/>
            <pc:sldMk cId="3359452022" sldId="275"/>
            <ac:picMk id="3" creationId="{1ED64D61-6D14-A54B-9342-D731B707A119}"/>
          </ac:picMkLst>
        </pc:picChg>
      </pc:sldChg>
      <pc:sldChg chg="addSp modSp new mod">
        <pc:chgData name="Fahad Kamal" userId="5eefe304cd9b614b" providerId="LiveId" clId="{B9843C22-E37F-40B0-9FD8-F9707C2A976A}" dt="2026-08-21T16:09:06.832" v="111" actId="14100"/>
        <pc:sldMkLst>
          <pc:docMk/>
          <pc:sldMk cId="1427373055" sldId="276"/>
        </pc:sldMkLst>
        <pc:picChg chg="add mod">
          <ac:chgData name="Fahad Kamal" userId="5eefe304cd9b614b" providerId="LiveId" clId="{B9843C22-E37F-40B0-9FD8-F9707C2A976A}" dt="2026-08-21T16:09:06.832" v="111" actId="14100"/>
          <ac:picMkLst>
            <pc:docMk/>
            <pc:sldMk cId="1427373055" sldId="276"/>
            <ac:picMk id="3" creationId="{28C5AC74-F849-B575-C2B4-5F6D57F0D32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488" y="0"/>
            <a:ext cx="12189023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11696"/>
            <a:ext cx="12191999" cy="146304"/>
          </a:xfrm>
          <a:prstGeom prst="rect">
            <a:avLst/>
          </a:prstGeom>
          <a:solidFill>
            <a:srgbClr val="08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625071" y="6528816"/>
            <a:ext cx="384048" cy="182880"/>
          </a:xfrm>
          <a:prstGeom prst="rect">
            <a:avLst/>
          </a:prstGeom>
          <a:solidFill>
            <a:srgbClr val="07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8" b="1">
                <a:solidFill>
                  <a:srgbClr val="CDDCE4"/>
                </a:solidFill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5174"/>
            <a:ext cx="12191999" cy="680483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11696"/>
            <a:ext cx="12191999" cy="146304"/>
          </a:xfrm>
          <a:prstGeom prst="rect">
            <a:avLst/>
          </a:prstGeom>
          <a:solidFill>
            <a:srgbClr val="08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625071" y="6528816"/>
            <a:ext cx="384048" cy="182880"/>
          </a:xfrm>
          <a:prstGeom prst="rect">
            <a:avLst/>
          </a:prstGeom>
          <a:solidFill>
            <a:srgbClr val="07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8" b="1">
                <a:solidFill>
                  <a:srgbClr val="CDDCE4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-3148"/>
            <a:ext cx="12191999" cy="684463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11696"/>
            <a:ext cx="12191999" cy="146304"/>
          </a:xfrm>
          <a:prstGeom prst="rect">
            <a:avLst/>
          </a:prstGeom>
          <a:solidFill>
            <a:srgbClr val="08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625071" y="6528816"/>
            <a:ext cx="384048" cy="182880"/>
          </a:xfrm>
          <a:prstGeom prst="rect">
            <a:avLst/>
          </a:prstGeom>
          <a:solidFill>
            <a:srgbClr val="07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8" b="1">
                <a:solidFill>
                  <a:srgbClr val="CDDCE4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19348" y="0"/>
            <a:ext cx="12211348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11696"/>
            <a:ext cx="12191999" cy="146304"/>
          </a:xfrm>
          <a:prstGeom prst="rect">
            <a:avLst/>
          </a:prstGeom>
          <a:solidFill>
            <a:srgbClr val="08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625071" y="6528816"/>
            <a:ext cx="384048" cy="182880"/>
          </a:xfrm>
          <a:prstGeom prst="rect">
            <a:avLst/>
          </a:prstGeom>
          <a:solidFill>
            <a:srgbClr val="07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8" b="1">
                <a:solidFill>
                  <a:srgbClr val="CDDCE4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318" y="0"/>
            <a:ext cx="12192317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11696"/>
            <a:ext cx="12191999" cy="146304"/>
          </a:xfrm>
          <a:prstGeom prst="rect">
            <a:avLst/>
          </a:prstGeom>
          <a:solidFill>
            <a:srgbClr val="08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625071" y="6528816"/>
            <a:ext cx="384048" cy="182880"/>
          </a:xfrm>
          <a:prstGeom prst="rect">
            <a:avLst/>
          </a:prstGeom>
          <a:solidFill>
            <a:srgbClr val="07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8" b="1">
                <a:solidFill>
                  <a:srgbClr val="CDDCE4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318" y="0"/>
            <a:ext cx="12192317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11696"/>
            <a:ext cx="12191999" cy="146304"/>
          </a:xfrm>
          <a:prstGeom prst="rect">
            <a:avLst/>
          </a:prstGeom>
          <a:solidFill>
            <a:srgbClr val="08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625071" y="6528816"/>
            <a:ext cx="384048" cy="182880"/>
          </a:xfrm>
          <a:prstGeom prst="rect">
            <a:avLst/>
          </a:prstGeom>
          <a:solidFill>
            <a:srgbClr val="07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8" b="1">
                <a:solidFill>
                  <a:srgbClr val="CDDCE4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488" y="0"/>
            <a:ext cx="12189023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11696"/>
            <a:ext cx="12191999" cy="146304"/>
          </a:xfrm>
          <a:prstGeom prst="rect">
            <a:avLst/>
          </a:prstGeom>
          <a:solidFill>
            <a:srgbClr val="08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625071" y="6528816"/>
            <a:ext cx="384048" cy="182880"/>
          </a:xfrm>
          <a:prstGeom prst="rect">
            <a:avLst/>
          </a:prstGeom>
          <a:solidFill>
            <a:srgbClr val="07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8" b="1">
                <a:solidFill>
                  <a:srgbClr val="CDDCE4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488" y="0"/>
            <a:ext cx="12189023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11696"/>
            <a:ext cx="12191999" cy="146304"/>
          </a:xfrm>
          <a:prstGeom prst="rect">
            <a:avLst/>
          </a:prstGeom>
          <a:solidFill>
            <a:srgbClr val="08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625071" y="6528816"/>
            <a:ext cx="384048" cy="182880"/>
          </a:xfrm>
          <a:prstGeom prst="rect">
            <a:avLst/>
          </a:prstGeom>
          <a:solidFill>
            <a:srgbClr val="07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8" b="1">
                <a:solidFill>
                  <a:srgbClr val="CDDCE4"/>
                </a:solidFill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488" y="0"/>
            <a:ext cx="12189023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11696"/>
            <a:ext cx="12191999" cy="146304"/>
          </a:xfrm>
          <a:prstGeom prst="rect">
            <a:avLst/>
          </a:prstGeom>
          <a:solidFill>
            <a:srgbClr val="08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625071" y="6528816"/>
            <a:ext cx="384048" cy="182880"/>
          </a:xfrm>
          <a:prstGeom prst="rect">
            <a:avLst/>
          </a:prstGeom>
          <a:solidFill>
            <a:srgbClr val="07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8" b="1">
                <a:solidFill>
                  <a:srgbClr val="CDDCE4"/>
                </a:solidFill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488" y="0"/>
            <a:ext cx="12189023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11696"/>
            <a:ext cx="12191999" cy="146304"/>
          </a:xfrm>
          <a:prstGeom prst="rect">
            <a:avLst/>
          </a:prstGeom>
          <a:solidFill>
            <a:srgbClr val="08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625071" y="6528816"/>
            <a:ext cx="384048" cy="182880"/>
          </a:xfrm>
          <a:prstGeom prst="rect">
            <a:avLst/>
          </a:prstGeom>
          <a:solidFill>
            <a:srgbClr val="07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8" b="1">
                <a:solidFill>
                  <a:srgbClr val="CDDCE4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1849"/>
            <a:ext cx="12191999" cy="683463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11696"/>
            <a:ext cx="12191999" cy="146304"/>
          </a:xfrm>
          <a:prstGeom prst="rect">
            <a:avLst/>
          </a:prstGeom>
          <a:solidFill>
            <a:srgbClr val="08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625071" y="6528816"/>
            <a:ext cx="384048" cy="182880"/>
          </a:xfrm>
          <a:prstGeom prst="rect">
            <a:avLst/>
          </a:prstGeom>
          <a:solidFill>
            <a:srgbClr val="07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8" b="1">
                <a:solidFill>
                  <a:srgbClr val="CDDCE4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488" y="0"/>
            <a:ext cx="12189023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11696"/>
            <a:ext cx="12191999" cy="146304"/>
          </a:xfrm>
          <a:prstGeom prst="rect">
            <a:avLst/>
          </a:prstGeom>
          <a:solidFill>
            <a:srgbClr val="08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625071" y="6528816"/>
            <a:ext cx="384048" cy="182880"/>
          </a:xfrm>
          <a:prstGeom prst="rect">
            <a:avLst/>
          </a:prstGeom>
          <a:solidFill>
            <a:srgbClr val="07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8" b="1">
                <a:solidFill>
                  <a:srgbClr val="CDDCE4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-3148"/>
            <a:ext cx="12191999" cy="684463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11696"/>
            <a:ext cx="12191999" cy="146304"/>
          </a:xfrm>
          <a:prstGeom prst="rect">
            <a:avLst/>
          </a:prstGeom>
          <a:solidFill>
            <a:srgbClr val="08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625071" y="6528816"/>
            <a:ext cx="384048" cy="182880"/>
          </a:xfrm>
          <a:prstGeom prst="rect">
            <a:avLst/>
          </a:prstGeom>
          <a:solidFill>
            <a:srgbClr val="07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8" b="1">
                <a:solidFill>
                  <a:srgbClr val="CDDCE4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6684"/>
            <a:ext cx="12191999" cy="684463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11696"/>
            <a:ext cx="12191999" cy="146304"/>
          </a:xfrm>
          <a:prstGeom prst="rect">
            <a:avLst/>
          </a:prstGeom>
          <a:solidFill>
            <a:srgbClr val="08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625071" y="6528816"/>
            <a:ext cx="384048" cy="182880"/>
          </a:xfrm>
          <a:prstGeom prst="rect">
            <a:avLst/>
          </a:prstGeom>
          <a:solidFill>
            <a:srgbClr val="07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8" b="1">
                <a:solidFill>
                  <a:srgbClr val="CDDCE4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417" y="0"/>
            <a:ext cx="12171164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11696"/>
            <a:ext cx="12191999" cy="146304"/>
          </a:xfrm>
          <a:prstGeom prst="rect">
            <a:avLst/>
          </a:prstGeom>
          <a:solidFill>
            <a:srgbClr val="08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625071" y="6528816"/>
            <a:ext cx="384048" cy="182880"/>
          </a:xfrm>
          <a:prstGeom prst="rect">
            <a:avLst/>
          </a:prstGeom>
          <a:solidFill>
            <a:srgbClr val="07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8" b="1">
                <a:solidFill>
                  <a:srgbClr val="CDDCE4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317" y="-9832"/>
            <a:ext cx="12191998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11696"/>
            <a:ext cx="12191999" cy="146304"/>
          </a:xfrm>
          <a:prstGeom prst="rect">
            <a:avLst/>
          </a:prstGeom>
          <a:solidFill>
            <a:srgbClr val="08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625071" y="6528816"/>
            <a:ext cx="384048" cy="182880"/>
          </a:xfrm>
          <a:prstGeom prst="rect">
            <a:avLst/>
          </a:prstGeom>
          <a:solidFill>
            <a:srgbClr val="07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8" b="1">
                <a:solidFill>
                  <a:srgbClr val="CDDCE4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3C802F-02A5-126E-E9D6-A03BC5D188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4500" y="0"/>
            <a:ext cx="12177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1186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DA96B4-5C2B-A763-5369-3E25B41C6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88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9283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D64D61-6D14-A54B-9342-D731B707A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4520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C5AC74-F849-B575-C2B4-5F6D57F0D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6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3730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-2914"/>
            <a:ext cx="12191999" cy="686091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625071" y="6528816"/>
            <a:ext cx="384048" cy="182880"/>
          </a:xfrm>
          <a:prstGeom prst="rect">
            <a:avLst/>
          </a:prstGeom>
          <a:solidFill>
            <a:srgbClr val="07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8" b="1">
                <a:solidFill>
                  <a:srgbClr val="CDDCE4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17</Words>
  <Application>Microsoft Office PowerPoint</Application>
  <PresentationFormat>Widescreen</PresentationFormat>
  <Paragraphs>17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Fahad Kamal</cp:lastModifiedBy>
  <cp:revision>1</cp:revision>
  <dcterms:created xsi:type="dcterms:W3CDTF">2013-01-27T09:14:16Z</dcterms:created>
  <dcterms:modified xsi:type="dcterms:W3CDTF">2026-08-21T16:44:33Z</dcterms:modified>
  <cp:category/>
</cp:coreProperties>
</file>